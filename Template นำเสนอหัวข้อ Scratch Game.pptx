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Sarabun" panose="020B0604020202020204" charset="-34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F9C5E9-927E-4051-A89B-3DF8626D11DD}">
  <a:tblStyle styleId="{9AF9C5E9-927E-4051-A89B-3DF8626D11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7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5e70c31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5e70c31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e5e70c318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e5e70c318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arabun"/>
                <a:ea typeface="Sarabun"/>
                <a:cs typeface="Sarabun"/>
                <a:sym typeface="Sarabun"/>
              </a:rPr>
              <a:t>หน้าปก 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arabun"/>
                <a:ea typeface="Sarabun"/>
                <a:cs typeface="Sarabun"/>
                <a:sym typeface="Sarabun"/>
              </a:rPr>
              <a:t>จัดเต็มได้เลย เอาให้น่าสนใจ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98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arabun"/>
                <a:ea typeface="Sarabun"/>
                <a:cs typeface="Sarabun"/>
                <a:sym typeface="Sarabun"/>
              </a:rPr>
              <a:t>ภาพร่างหน้าตา และ Game play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arabun"/>
                <a:ea typeface="Sarabun"/>
                <a:cs typeface="Sarabun"/>
                <a:sym typeface="Sarabun"/>
              </a:rPr>
              <a:t>มีกี่หน้าก็ได้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3250" y="1221325"/>
            <a:ext cx="6853800" cy="36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arabun"/>
                <a:ea typeface="Sarabun"/>
                <a:cs typeface="Sarabun"/>
                <a:sym typeface="Sarabun"/>
              </a:rPr>
              <a:t>บทบาทของสมาชิกในทีม</a:t>
            </a:r>
            <a:br>
              <a:rPr lang="en-GB">
                <a:latin typeface="Sarabun"/>
                <a:ea typeface="Sarabun"/>
                <a:cs typeface="Sarabun"/>
                <a:sym typeface="Sarabun"/>
              </a:rPr>
            </a:br>
            <a:r>
              <a:rPr lang="en-GB" sz="1688">
                <a:latin typeface="Sarabun"/>
                <a:ea typeface="Sarabun"/>
                <a:cs typeface="Sarabun"/>
                <a:sym typeface="Sarabun"/>
              </a:rPr>
              <a:t>(อธิบายว่าใครคิดจะทำหน้าที่อะไรบ้าง จะใช้ตารางดังตัวอย่าง หรือคิดวิธีนำเสนออย่างอื่นก็ได้)</a:t>
            </a:r>
            <a:endParaRPr sz="1688">
              <a:latin typeface="Sarabun"/>
              <a:ea typeface="Sarabun"/>
              <a:cs typeface="Sarabun"/>
              <a:sym typeface="Sarabun"/>
            </a:endParaRPr>
          </a:p>
        </p:txBody>
      </p:sp>
      <p:graphicFrame>
        <p:nvGraphicFramePr>
          <p:cNvPr id="67" name="Google Shape;67;p15"/>
          <p:cNvGraphicFramePr/>
          <p:nvPr>
            <p:extLst>
              <p:ext uri="{D42A27DB-BD31-4B8C-83A1-F6EECF244321}">
                <p14:modId xmlns:p14="http://schemas.microsoft.com/office/powerpoint/2010/main" val="1838302439"/>
              </p:ext>
            </p:extLst>
          </p:nvPr>
        </p:nvGraphicFramePr>
        <p:xfrm>
          <a:off x="834625" y="1338250"/>
          <a:ext cx="7694375" cy="3068675"/>
        </p:xfrm>
        <a:graphic>
          <a:graphicData uri="http://schemas.openxmlformats.org/drawingml/2006/table">
            <a:tbl>
              <a:tblPr>
                <a:noFill/>
                <a:tableStyleId>{9AF9C5E9-927E-4051-A89B-3DF8626D11DD}</a:tableStyleId>
              </a:tblPr>
              <a:tblGrid>
                <a:gridCol w="153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ชื่อ</a:t>
                      </a:r>
                      <a:endParaRPr>
                        <a:solidFill>
                          <a:srgbClr val="FFFF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Manager</a:t>
                      </a:r>
                      <a:endParaRPr>
                        <a:solidFill>
                          <a:srgbClr val="FFFF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Programmer</a:t>
                      </a:r>
                      <a:endParaRPr>
                        <a:solidFill>
                          <a:srgbClr val="FFFF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Designer</a:t>
                      </a:r>
                      <a:endParaRPr>
                        <a:solidFill>
                          <a:srgbClr val="FFFF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Tester</a:t>
                      </a:r>
                      <a:endParaRPr>
                        <a:solidFill>
                          <a:srgbClr val="FFFF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ปาล์ม</a:t>
                      </a: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✅</a:t>
                      </a: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✅</a:t>
                      </a: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ฟลุ๊ค</a:t>
                      </a: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✅</a:t>
                      </a: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✅</a:t>
                      </a: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ติวเตอร์</a:t>
                      </a: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✅</a:t>
                      </a: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นุ่น</a:t>
                      </a:r>
                      <a:r>
                        <a:rPr lang="th-TH" dirty="0" err="1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นิ่น</a:t>
                      </a: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✅</a:t>
                      </a: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On-screen Show (16:9)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Sarabun</vt:lpstr>
      <vt:lpstr>Arial</vt:lpstr>
      <vt:lpstr>Simple Light</vt:lpstr>
      <vt:lpstr>หน้าปก </vt:lpstr>
      <vt:lpstr>ภาพร่างหน้าตา และ Game play มีกี่หน้าก็ได้</vt:lpstr>
      <vt:lpstr>บทบาทของสมาชิกในทีม (อธิบายว่าใครคิดจะทำหน้าที่อะไรบ้าง จะใช้ตารางดังตัวอย่าง หรือคิดวิธีนำเสนออย่างอื่นก็ได้)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หน้าปก </dc:title>
  <cp:lastModifiedBy>YANNAWUT YUNVISATE</cp:lastModifiedBy>
  <cp:revision>1</cp:revision>
  <dcterms:modified xsi:type="dcterms:W3CDTF">2022-08-17T08:43:38Z</dcterms:modified>
</cp:coreProperties>
</file>